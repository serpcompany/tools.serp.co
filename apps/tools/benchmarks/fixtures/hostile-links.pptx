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3400</c:v>
                </c:pt>
                <c:pt idx="2">
                  <c:v>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are not drawn.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Hostile1" Type="http://schemas.openxmlformats.org/officeDocument/2006/relationships/image" Target="https://example.net/hostile-picture.png" TargetMode="External"/><Relationship Id="rIdHostile2" Type="http://schemas.openxmlformats.org/officeDocument/2006/relationships/image" Target="/hostile/picture.png" TargetMode="External"/><Relationship Id="rIdHostile3" Type="http://schemas.openxmlformats.org/officeDocument/2006/relationships/image" Target="https://example.net/hostile-fill.png" TargetMode="External"/><Relationship Id="rIdHostileLink" Type="http://schemas.openxmlformats.org/officeDocument/2006/relationships/hyperlink" Target="https://example.net/hostile-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hlinkClick r:id="rIdHostileLink"/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Revenue up 12%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Three new regions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Ελληνικά, Русский, עברית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274320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576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Rounded shape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0" y="3840480"/>
            <a:ext cx="1371600" cy="54864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0" y="3474720"/>
            <a:ext cx="1280160" cy="12801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91" name="Linked 91"/>
          <p:cNvPicPr/>
          <p:nvPr/>
        </p:nvPicPr>
        <p:blipFill>
          <a:blip r:link="rIdHostile1"/>
          <a:stretch>
            <a:fillRect/>
          </a:stretch>
        </p:blipFill>
        <p:spPr>
          <a:xfrm>
            <a:off x="457200" y="4572000"/>
            <a:ext cx="914400" cy="457200"/>
          </a:xfrm>
          <a:prstGeom prst="rect">
            <a:avLst/>
          </a:prstGeom>
        </p:spPr>
      </p:pic>
      <p:pic>
        <p:nvPicPr>
          <p:cNvPr id="92" name="Linked 92"/>
          <p:cNvPicPr/>
          <p:nvPr/>
        </p:nvPicPr>
        <p:blipFill>
          <a:blip r:link="rIdHostile2"/>
          <a:stretch>
            <a:fillRect/>
          </a:stretch>
        </p:blipFill>
        <p:spPr>
          <a:xfrm>
            <a:off x="3657600" y="4572000"/>
            <a:ext cx="914400" cy="457200"/>
          </a:xfrm>
          <a:prstGeom prst="rect">
            <a:avLst/>
          </a:prstGeom>
        </p:spPr>
      </p:pic>
      <p:sp>
        <p:nvSpPr>
          <p:cNvPr id="93" name="Linked fill"/>
          <p:cNvSpPr/>
          <p:nvPr/>
        </p:nvSpPr>
        <p:spPr>
          <a:xfrm>
            <a:off x="7315200" y="4572000"/>
            <a:ext cx="914400" cy="457200"/>
          </a:xfrm>
          <a:prstGeom prst="rect">
            <a:avLst/>
          </a:prstGeom>
          <a:blipFill>
            <a:blip r:link="rIdHostile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SERP Tools sample deck</dc:title>
  <dc:subject>PptxGenJS Presentation</dc:subject>
  <dc:creator>PptxGenJS</dc:creator>
  <cp:lastModifiedBy>PptxGenJS</cp:lastModifiedBy>
  <cp:revision>1</cp:revision>
  <dcterms:created xsi:type="dcterms:W3CDTF">2026-10-12T06:34:01Z</dcterms:created>
  <dcterms:modified xsi:type="dcterms:W3CDTF">2026-10-12T06:34:01Z</dcterms:modified>
</cp:coreProperties>
</file>