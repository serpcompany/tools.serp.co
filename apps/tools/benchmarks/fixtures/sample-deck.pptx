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3400</c:v>
                </c:pt>
                <c:pt idx="2">
                  <c:v>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are not drawn.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Revenue up 12%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Three new regions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Ελληνικά, Русский, עברית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274320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576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Rounded shape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0" y="3840480"/>
            <a:ext cx="1371600" cy="54864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0" y="3474720"/>
            <a:ext cx="1280160" cy="1280160"/>
          </a:xfrm>
          <a:prstGeom prst="ellipse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Hidden slide: not for the audience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Table and chart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Units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1,200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3,400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572000" y="11887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SERP Tools sample deck</dc:title>
  <dc:subject>PptxGenJS Presentation</dc:subject>
  <dc:creator>PptxGenJS</dc:creator>
  <cp:lastModifiedBy>PptxGenJS</cp:lastModifiedBy>
  <cp:revision>1</cp:revision>
  <dcterms:created xsi:type="dcterms:W3CDTF">2026-10-12T06:34:01Z</dcterms:created>
  <dcterms:modified xsi:type="dcterms:W3CDTF">2026-10-12T06:34:01Z</dcterms:modified>
</cp:coreProperties>
</file>