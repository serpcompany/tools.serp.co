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88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 sz="4400"/>
              <a:t>SERP Tools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</p:spPr>
        <p:txBody>
          <a:bodyPr/>
          <a:lstStyle/>
          <a:p>
            <a:r>
              <a:rPr lang="en-US" sz="2400"/>
              <a:t>name: count</a:t>
            </a:r>
          </a:p>
          <a:p>
            <a:r>
              <a:rPr lang="en-US" sz="2400"/>
              <a:t>Alpha: 1</a:t>
            </a:r>
          </a:p>
          <a:p>
            <a:r>
              <a:rPr lang="en-US" sz="2400"/>
              <a:t>Beta: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1E88E5"/>
      </a:accent1>
      <a:accent2>
        <a:srgbClr val="E53935"/>
      </a:accent2>
      <a:accent3>
        <a:srgbClr val="FDD835"/>
      </a:accent3>
      <a:accent4>
        <a:srgbClr val="43A047"/>
      </a:accent4>
      <a:accent5>
        <a:srgbClr val="8E24AA"/>
      </a:accent5>
      <a:accent6>
        <a:srgbClr val="FB8C00"/>
      </a:accent6>
      <a:hlink>
        <a:srgbClr val="1565C0"/>
      </a:hlink>
      <a:folHlink>
        <a:srgbClr val="6A1B9A"/>
      </a:folHlink>
    </a:clrScheme>
    <a:fontScheme name="Sampl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ample">
      <a:fillStyleLst>
        <a:solidFill>
          <a:srgbClr val="1E88E5"/>
        </a:solidFill>
        <a:solidFill>
          <a:srgbClr val="1E88E5"/>
        </a:solidFill>
        <a:solidFill>
          <a:srgbClr val="1E88E5"/>
        </a:solidFill>
      </a:fillStyleLst>
      <a:lnStyleLst>
        <a:ln w="9525">
          <a:solidFill>
            <a:srgbClr val="000000"/>
          </a:solidFill>
        </a:ln>
        <a:ln w="9525">
          <a:solidFill>
            <a:srgbClr val="000000"/>
          </a:solidFill>
        </a:ln>
        <a:ln w="9525">
          <a:solidFill>
            <a:srgbClr val="000000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rgbClr val="FFFFFF"/>
        </a:solidFill>
        <a:solidFill>
          <a:srgbClr val="FFFFFF"/>
        </a:solidFill>
        <a:solidFill>
          <a:srgbClr val="FFFFFF"/>
        </a:solidFill>
      </a:bgFillStyleLst>
    </a:fmtScheme>
  </a:themeElements>
</a:theme>
</file>